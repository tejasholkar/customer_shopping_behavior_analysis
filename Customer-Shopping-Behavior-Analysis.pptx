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purchases across product categories — uncovering spending patterns, segments, and preferences.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7257"/>
            <a:ext cx="557213" cy="202481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03498" y="477217"/>
            <a:ext cx="854571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687139"/>
            <a:ext cx="8096845" cy="313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 Foundation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23577" y="1245245"/>
            <a:ext cx="3974232" cy="4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523577" y="1840557"/>
            <a:ext cx="397423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Purchases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46116" y="1245245"/>
            <a:ext cx="3974306" cy="4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4646116" y="1840557"/>
            <a:ext cx="39743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3577" y="2340397"/>
            <a:ext cx="3974232" cy="4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$59.76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523577" y="2935709"/>
            <a:ext cx="397423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Purchase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6116" y="2340397"/>
            <a:ext cx="3974306" cy="4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3.75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4646116" y="2935709"/>
            <a:ext cx="397430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577" y="3309640"/>
            <a:ext cx="809684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577" y="3683571"/>
            <a:ext cx="8096845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Demographics: Age, Gender, Location, Subscription</a:t>
            </a:r>
            <a:endParaRPr lang="en-US" sz="1000" dirty="0"/>
          </a:p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Purchase: Item, Category, Amount, Season, Size, Color</a:t>
            </a:r>
            <a:endParaRPr lang="en-US" sz="1000" dirty="0"/>
          </a:p>
          <a:p>
            <a:pPr algn="l" marL="203200" indent="-2032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Behavior: Discount, Promo, Previous Purchases, Frequency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3577" y="4504655"/>
            <a:ext cx="85540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Missing Data: 37 values in Review Rating — imputed with category median.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7388"/>
            <a:ext cx="726579" cy="170408"/>
          </a:xfrm>
          <a:prstGeom prst="roundRect">
            <a:avLst>
              <a:gd name="adj" fmla="val 7902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590848" y="451024"/>
            <a:ext cx="1049238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3577" y="621432"/>
            <a:ext cx="8096845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Python to PostgreSQL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915" y="1011585"/>
            <a:ext cx="8030096" cy="3462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35" y="3824400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35" y="3022822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to PostgreSQL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97235" y="2229340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35" y="1427761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3577" y="4569023"/>
            <a:ext cx="855404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in pandas, engineered age groups and frequency, loaded to PostgreSQL for structured SQL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80355"/>
            <a:ext cx="884411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625227"/>
            <a:ext cx="1162124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67519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&amp; Spending Patterns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12181"/>
            <a:ext cx="3865959" cy="2782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9226" y="1593503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1963043"/>
            <a:ext cx="386595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revenue 2.1× higher than female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839 high-spending discount users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shipping: $60.48 avg vs Standard $58.46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025351"/>
            <a:ext cx="735062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1070223"/>
            <a:ext cx="1012775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312515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&amp; Discount Dependence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88927"/>
            <a:ext cx="1493044" cy="1493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3568973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Rated: Gloves (3.86)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387868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Sandals, Boots, Hat, Skirt follow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888927"/>
            <a:ext cx="1493044" cy="1493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84860" y="3568973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Discounted: Hat (50%)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84860" y="387868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Sneakers, Coat, Sweater, Pants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888927"/>
            <a:ext cx="1493044" cy="14930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6143" y="3568973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Seller: Jewelry (171)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6143" y="387868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Blouse &amp; Pants tie in Clothing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1435"/>
            <a:ext cx="365224" cy="113556"/>
          </a:xfrm>
          <a:prstGeom prst="roundRect">
            <a:avLst>
              <a:gd name="adj" fmla="val 7905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568449" y="433834"/>
            <a:ext cx="732681" cy="68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SEGMENTS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23577" y="539948"/>
            <a:ext cx="8096845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14015"/>
            <a:ext cx="3957191" cy="39571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7994" y="2552551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Reality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7994" y="2699891"/>
            <a:ext cx="3957191" cy="33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27% subscribe · 73% do not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2,518 repeat buyers don't subscribe vs 958 who do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 spend nearly identical across both groups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900535"/>
            <a:ext cx="676945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4" name="Text 1"/>
          <p:cNvSpPr/>
          <p:nvPr/>
        </p:nvSpPr>
        <p:spPr>
          <a:xfrm>
            <a:off x="4042321" y="1945407"/>
            <a:ext cx="95465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952577" y="2187699"/>
            <a:ext cx="4667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952577" y="276411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Filters by subscription, gender, category, and shipping — visualizing 3.9K customers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216893"/>
            <a:ext cx="689149" cy="227335"/>
          </a:xfrm>
          <a:prstGeom prst="roundRect">
            <a:avLst>
              <a:gd name="adj" fmla="val 7897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1261765"/>
            <a:ext cx="966862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504057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3577" y="2080468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673150" y="2230041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3150" y="2539752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6786" y="2080468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9" name="Text 7"/>
          <p:cNvSpPr/>
          <p:nvPr/>
        </p:nvSpPr>
        <p:spPr>
          <a:xfrm>
            <a:off x="4796358" y="2230041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96358" y="2539752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→ Loyal segment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3577" y="3078287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50" y="3227859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3150" y="3537570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46786" y="3078287"/>
            <a:ext cx="39736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4796358" y="3227859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96358" y="3537570"/>
            <a:ext cx="36744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 users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2026-07-09T18:46:26Z</dcterms:created>
  <dcterms:modified xsi:type="dcterms:W3CDTF">2026-07-09T18:46:26Z</dcterms:modified>
</cp:coreProperties>
</file>